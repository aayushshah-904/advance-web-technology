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7944E6-E01B-770D-05A6-EB926B80FCAA}" v="2" dt="2026-02-04T08:47:05.646"/>
    <p1510:client id="{386A5E4A-55C5-AC8D-2320-DD37D9948710}" v="1" dt="2026-02-04T05:14:19"/>
    <p1510:client id="{96BFB6E1-5F60-7CC4-2F56-09F3E85772D9}" v="6" dt="2026-02-04T08:45:29.3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23BCP048YugB" userId="S::23bcp048@pdpu.ac.in::d6e13c84-46dd-48d9-949c-42f14b733b37" providerId="AD" clId="Web-{386A5E4A-55C5-AC8D-2320-DD37D9948710}"/>
    <pc:docChg chg="modSld">
      <pc:chgData name="23BCP048YugB" userId="S::23bcp048@pdpu.ac.in::d6e13c84-46dd-48d9-949c-42f14b733b37" providerId="AD" clId="Web-{386A5E4A-55C5-AC8D-2320-DD37D9948710}" dt="2026-02-04T05:14:19" v="0" actId="20577"/>
      <pc:docMkLst>
        <pc:docMk/>
      </pc:docMkLst>
      <pc:sldChg chg="modSp">
        <pc:chgData name="23BCP048YugB" userId="S::23bcp048@pdpu.ac.in::d6e13c84-46dd-48d9-949c-42f14b733b37" providerId="AD" clId="Web-{386A5E4A-55C5-AC8D-2320-DD37D9948710}" dt="2026-02-04T05:14:19" v="0" actId="20577"/>
        <pc:sldMkLst>
          <pc:docMk/>
          <pc:sldMk cId="2693544411" sldId="257"/>
        </pc:sldMkLst>
        <pc:spChg chg="mod">
          <ac:chgData name="23BCP048YugB" userId="S::23bcp048@pdpu.ac.in::d6e13c84-46dd-48d9-949c-42f14b733b37" providerId="AD" clId="Web-{386A5E4A-55C5-AC8D-2320-DD37D9948710}" dt="2026-02-04T05:14:19" v="0" actId="20577"/>
          <ac:spMkLst>
            <pc:docMk/>
            <pc:sldMk cId="2693544411" sldId="257"/>
            <ac:spMk id="3" creationId="{00000000-0000-0000-0000-000000000000}"/>
          </ac:spMkLst>
        </pc:spChg>
      </pc:sldChg>
    </pc:docChg>
  </pc:docChgLst>
  <pc:docChgLst>
    <pc:chgData name="23BCP064TavishG" userId="S::23bcp064@pdpu.ac.in::6e02715e-2144-4d2e-a0e6-5b6c0664bb29" providerId="AD" clId="Web-{A9F00876-7A22-C1E2-A332-D71040EEFB54}"/>
    <pc:docChg chg="modSld">
      <pc:chgData name="23BCP064TavishG" userId="S::23bcp064@pdpu.ac.in::6e02715e-2144-4d2e-a0e6-5b6c0664bb29" providerId="AD" clId="Web-{A9F00876-7A22-C1E2-A332-D71040EEFB54}" dt="2026-01-21T09:26:53.891" v="1" actId="20577"/>
      <pc:docMkLst>
        <pc:docMk/>
      </pc:docMkLst>
      <pc:sldChg chg="modSp">
        <pc:chgData name="23BCP064TavishG" userId="S::23bcp064@pdpu.ac.in::6e02715e-2144-4d2e-a0e6-5b6c0664bb29" providerId="AD" clId="Web-{A9F00876-7A22-C1E2-A332-D71040EEFB54}" dt="2026-01-21T09:26:53.891" v="1" actId="20577"/>
        <pc:sldMkLst>
          <pc:docMk/>
          <pc:sldMk cId="2693544411" sldId="257"/>
        </pc:sldMkLst>
        <pc:spChg chg="mod">
          <ac:chgData name="23BCP064TavishG" userId="S::23bcp064@pdpu.ac.in::6e02715e-2144-4d2e-a0e6-5b6c0664bb29" providerId="AD" clId="Web-{A9F00876-7A22-C1E2-A332-D71040EEFB54}" dt="2026-01-21T09:26:53.891" v="1" actId="20577"/>
          <ac:spMkLst>
            <pc:docMk/>
            <pc:sldMk cId="2693544411" sldId="257"/>
            <ac:spMk id="3" creationId="{00000000-0000-0000-0000-000000000000}"/>
          </ac:spMkLst>
        </pc:spChg>
      </pc:sldChg>
    </pc:docChg>
  </pc:docChgLst>
  <pc:docChgLst>
    <pc:chgData name="23BCP070ManasJ" userId="S::23bcp070@pdpu.ac.in::2fbb7ec8-2f09-4a6e-96da-7f7cf4c82f48" providerId="AD" clId="Web-{371436CF-2D29-72BB-7B41-05CA37D5701F}"/>
    <pc:docChg chg="modSld">
      <pc:chgData name="23BCP070ManasJ" userId="S::23bcp070@pdpu.ac.in::2fbb7ec8-2f09-4a6e-96da-7f7cf4c82f48" providerId="AD" clId="Web-{371436CF-2D29-72BB-7B41-05CA37D5701F}" dt="2026-01-21T09:29:19.772" v="15" actId="20577"/>
      <pc:docMkLst>
        <pc:docMk/>
      </pc:docMkLst>
      <pc:sldChg chg="modSp">
        <pc:chgData name="23BCP070ManasJ" userId="S::23bcp070@pdpu.ac.in::2fbb7ec8-2f09-4a6e-96da-7f7cf4c82f48" providerId="AD" clId="Web-{371436CF-2D29-72BB-7B41-05CA37D5701F}" dt="2026-01-21T09:29:19.772" v="15" actId="20577"/>
        <pc:sldMkLst>
          <pc:docMk/>
          <pc:sldMk cId="2693544411" sldId="257"/>
        </pc:sldMkLst>
        <pc:spChg chg="mod">
          <ac:chgData name="23BCP070ManasJ" userId="S::23bcp070@pdpu.ac.in::2fbb7ec8-2f09-4a6e-96da-7f7cf4c82f48" providerId="AD" clId="Web-{371436CF-2D29-72BB-7B41-05CA37D5701F}" dt="2026-01-21T09:29:19.772" v="15" actId="20577"/>
          <ac:spMkLst>
            <pc:docMk/>
            <pc:sldMk cId="2693544411" sldId="257"/>
            <ac:spMk id="3" creationId="{00000000-0000-0000-0000-000000000000}"/>
          </ac:spMkLst>
        </pc:spChg>
      </pc:sldChg>
    </pc:docChg>
  </pc:docChgLst>
  <pc:docChgLst>
    <pc:chgData name="23BCP501DKrishB" userId="S::23bcp501d@pdpu.ac.in::b0c58cbc-3367-4091-a292-b22e4db9aa16" providerId="AD" clId="Web-{0C7944E6-E01B-770D-05A6-EB926B80FCAA}"/>
    <pc:docChg chg="modSld">
      <pc:chgData name="23BCP501DKrishB" userId="S::23bcp501d@pdpu.ac.in::b0c58cbc-3367-4091-a292-b22e4db9aa16" providerId="AD" clId="Web-{0C7944E6-E01B-770D-05A6-EB926B80FCAA}" dt="2026-02-04T08:47:05.646" v="1"/>
      <pc:docMkLst>
        <pc:docMk/>
      </pc:docMkLst>
      <pc:sldChg chg="addSp">
        <pc:chgData name="23BCP501DKrishB" userId="S::23bcp501d@pdpu.ac.in::b0c58cbc-3367-4091-a292-b22e4db9aa16" providerId="AD" clId="Web-{0C7944E6-E01B-770D-05A6-EB926B80FCAA}" dt="2026-02-04T08:47:05.646" v="1"/>
        <pc:sldMkLst>
          <pc:docMk/>
          <pc:sldMk cId="2693544411" sldId="257"/>
        </pc:sldMkLst>
        <pc:inkChg chg="add">
          <ac:chgData name="23BCP501DKrishB" userId="S::23bcp501d@pdpu.ac.in::b0c58cbc-3367-4091-a292-b22e4db9aa16" providerId="AD" clId="Web-{0C7944E6-E01B-770D-05A6-EB926B80FCAA}" dt="2026-02-04T08:45:59.255" v="0"/>
          <ac:inkMkLst>
            <pc:docMk/>
            <pc:sldMk cId="2693544411" sldId="257"/>
            <ac:inkMk id="10" creationId="{C5234ACB-382D-4FD7-2A31-074C16B3010C}"/>
          </ac:inkMkLst>
        </pc:inkChg>
        <pc:inkChg chg="add">
          <ac:chgData name="23BCP501DKrishB" userId="S::23bcp501d@pdpu.ac.in::b0c58cbc-3367-4091-a292-b22e4db9aa16" providerId="AD" clId="Web-{0C7944E6-E01B-770D-05A6-EB926B80FCAA}" dt="2026-02-04T08:47:05.646" v="1"/>
          <ac:inkMkLst>
            <pc:docMk/>
            <pc:sldMk cId="2693544411" sldId="257"/>
            <ac:inkMk id="11" creationId="{3FD82102-C532-B8EE-876D-580231544720}"/>
          </ac:inkMkLst>
        </pc:inkChg>
      </pc:sldChg>
    </pc:docChg>
  </pc:docChgLst>
  <pc:docChgLst>
    <pc:chgData name="23BCP040KarmD" userId="S::23bcp040@pdpu.ac.in::82c36462-1cd6-4947-a24a-8673278ce37c" providerId="AD" clId="Web-{A7372774-B276-3596-B2EE-7D9255F40542}"/>
    <pc:docChg chg="modSld">
      <pc:chgData name="23BCP040KarmD" userId="S::23bcp040@pdpu.ac.in::82c36462-1cd6-4947-a24a-8673278ce37c" providerId="AD" clId="Web-{A7372774-B276-3596-B2EE-7D9255F40542}" dt="2026-01-21T09:03:38.503" v="2" actId="20577"/>
      <pc:docMkLst>
        <pc:docMk/>
      </pc:docMkLst>
      <pc:sldChg chg="modSp">
        <pc:chgData name="23BCP040KarmD" userId="S::23bcp040@pdpu.ac.in::82c36462-1cd6-4947-a24a-8673278ce37c" providerId="AD" clId="Web-{A7372774-B276-3596-B2EE-7D9255F40542}" dt="2026-01-21T09:03:38.503" v="2" actId="20577"/>
        <pc:sldMkLst>
          <pc:docMk/>
          <pc:sldMk cId="2693544411" sldId="257"/>
        </pc:sldMkLst>
        <pc:spChg chg="mod">
          <ac:chgData name="23BCP040KarmD" userId="S::23bcp040@pdpu.ac.in::82c36462-1cd6-4947-a24a-8673278ce37c" providerId="AD" clId="Web-{A7372774-B276-3596-B2EE-7D9255F40542}" dt="2026-01-21T09:03:38.503" v="2" actId="20577"/>
          <ac:spMkLst>
            <pc:docMk/>
            <pc:sldMk cId="2693544411" sldId="257"/>
            <ac:spMk id="3" creationId="{00000000-0000-0000-0000-000000000000}"/>
          </ac:spMkLst>
        </pc:spChg>
      </pc:sldChg>
    </pc:docChg>
  </pc:docChgLst>
  <pc:docChgLst>
    <pc:chgData name="23BCP043RhythmG" userId="S::23bcp043@pdpu.ac.in::a5642160-47ba-457b-9f97-daa0e6af12cf" providerId="AD" clId="Web-{96B2BD2D-1807-FFA9-0E5B-972BFDDEB063}"/>
    <pc:docChg chg="modSld">
      <pc:chgData name="23BCP043RhythmG" userId="S::23bcp043@pdpu.ac.in::a5642160-47ba-457b-9f97-daa0e6af12cf" providerId="AD" clId="Web-{96B2BD2D-1807-FFA9-0E5B-972BFDDEB063}" dt="2026-01-21T09:43:10.374" v="290" actId="20577"/>
      <pc:docMkLst>
        <pc:docMk/>
      </pc:docMkLst>
      <pc:sldChg chg="modSp">
        <pc:chgData name="23BCP043RhythmG" userId="S::23bcp043@pdpu.ac.in::a5642160-47ba-457b-9f97-daa0e6af12cf" providerId="AD" clId="Web-{96B2BD2D-1807-FFA9-0E5B-972BFDDEB063}" dt="2026-01-21T09:26:29.349" v="1" actId="20577"/>
        <pc:sldMkLst>
          <pc:docMk/>
          <pc:sldMk cId="3971174561" sldId="256"/>
        </pc:sldMkLst>
        <pc:spChg chg="mod">
          <ac:chgData name="23BCP043RhythmG" userId="S::23bcp043@pdpu.ac.in::a5642160-47ba-457b-9f97-daa0e6af12cf" providerId="AD" clId="Web-{96B2BD2D-1807-FFA9-0E5B-972BFDDEB063}" dt="2026-01-21T09:26:29.349" v="1" actId="20577"/>
          <ac:spMkLst>
            <pc:docMk/>
            <pc:sldMk cId="3971174561" sldId="256"/>
            <ac:spMk id="3" creationId="{00000000-0000-0000-0000-000000000000}"/>
          </ac:spMkLst>
        </pc:spChg>
      </pc:sldChg>
      <pc:sldChg chg="modSp">
        <pc:chgData name="23BCP043RhythmG" userId="S::23bcp043@pdpu.ac.in::a5642160-47ba-457b-9f97-daa0e6af12cf" providerId="AD" clId="Web-{96B2BD2D-1807-FFA9-0E5B-972BFDDEB063}" dt="2026-01-21T09:43:10.374" v="290" actId="20577"/>
        <pc:sldMkLst>
          <pc:docMk/>
          <pc:sldMk cId="2693544411" sldId="257"/>
        </pc:sldMkLst>
        <pc:spChg chg="mod">
          <ac:chgData name="23BCP043RhythmG" userId="S::23bcp043@pdpu.ac.in::a5642160-47ba-457b-9f97-daa0e6af12cf" providerId="AD" clId="Web-{96B2BD2D-1807-FFA9-0E5B-972BFDDEB063}" dt="2026-01-21T09:43:10.374" v="290" actId="20577"/>
          <ac:spMkLst>
            <pc:docMk/>
            <pc:sldMk cId="2693544411" sldId="257"/>
            <ac:spMk id="3" creationId="{00000000-0000-0000-0000-000000000000}"/>
          </ac:spMkLst>
        </pc:spChg>
      </pc:sldChg>
    </pc:docChg>
  </pc:docChgLst>
  <pc:docChgLst>
    <pc:chgData name="23BCP048YugB" userId="S::23bcp048@pdpu.ac.in::d6e13c84-46dd-48d9-949c-42f14b733b37" providerId="AD" clId="Web-{F0EDE882-7520-C61E-9443-374DB3EC036F}"/>
    <pc:docChg chg="modSld">
      <pc:chgData name="23BCP048YugB" userId="S::23bcp048@pdpu.ac.in::d6e13c84-46dd-48d9-949c-42f14b733b37" providerId="AD" clId="Web-{F0EDE882-7520-C61E-9443-374DB3EC036F}" dt="2026-01-21T09:32:26.679" v="78" actId="20577"/>
      <pc:docMkLst>
        <pc:docMk/>
      </pc:docMkLst>
      <pc:sldChg chg="modSp">
        <pc:chgData name="23BCP048YugB" userId="S::23bcp048@pdpu.ac.in::d6e13c84-46dd-48d9-949c-42f14b733b37" providerId="AD" clId="Web-{F0EDE882-7520-C61E-9443-374DB3EC036F}" dt="2026-01-21T09:32:26.679" v="78" actId="20577"/>
        <pc:sldMkLst>
          <pc:docMk/>
          <pc:sldMk cId="2693544411" sldId="257"/>
        </pc:sldMkLst>
        <pc:spChg chg="mod">
          <ac:chgData name="23BCP048YugB" userId="S::23bcp048@pdpu.ac.in::d6e13c84-46dd-48d9-949c-42f14b733b37" providerId="AD" clId="Web-{F0EDE882-7520-C61E-9443-374DB3EC036F}" dt="2026-01-21T09:32:26.679" v="78" actId="20577"/>
          <ac:spMkLst>
            <pc:docMk/>
            <pc:sldMk cId="2693544411" sldId="257"/>
            <ac:spMk id="3" creationId="{00000000-0000-0000-0000-000000000000}"/>
          </ac:spMkLst>
        </pc:spChg>
      </pc:sldChg>
    </pc:docChg>
  </pc:docChgLst>
  <pc:docChgLst>
    <pc:chgData name="23BCP501DKrishB" userId="S::23bcp501d@pdpu.ac.in::b0c58cbc-3367-4091-a292-b22e4db9aa16" providerId="AD" clId="Web-{96BFB6E1-5F60-7CC4-2F56-09F3E85772D9}"/>
    <pc:docChg chg="modSld">
      <pc:chgData name="23BCP501DKrishB" userId="S::23bcp501d@pdpu.ac.in::b0c58cbc-3367-4091-a292-b22e4db9aa16" providerId="AD" clId="Web-{96BFB6E1-5F60-7CC4-2F56-09F3E85772D9}" dt="2026-02-04T08:45:29.363" v="5"/>
      <pc:docMkLst>
        <pc:docMk/>
      </pc:docMkLst>
      <pc:sldChg chg="addSp">
        <pc:chgData name="23BCP501DKrishB" userId="S::23bcp501d@pdpu.ac.in::b0c58cbc-3367-4091-a292-b22e4db9aa16" providerId="AD" clId="Web-{96BFB6E1-5F60-7CC4-2F56-09F3E85772D9}" dt="2026-02-04T08:45:29.363" v="5"/>
        <pc:sldMkLst>
          <pc:docMk/>
          <pc:sldMk cId="2693544411" sldId="257"/>
        </pc:sldMkLst>
        <pc:inkChg chg="add">
          <ac:chgData name="23BCP501DKrishB" userId="S::23bcp501d@pdpu.ac.in::b0c58cbc-3367-4091-a292-b22e4db9aa16" providerId="AD" clId="Web-{96BFB6E1-5F60-7CC4-2F56-09F3E85772D9}" dt="2026-02-04T08:44:59.722" v="0"/>
          <ac:inkMkLst>
            <pc:docMk/>
            <pc:sldMk cId="2693544411" sldId="257"/>
            <ac:inkMk id="4" creationId="{28FAE125-A6BD-6D4B-137F-7EA6DC7F6100}"/>
          </ac:inkMkLst>
        </pc:inkChg>
        <pc:inkChg chg="add">
          <ac:chgData name="23BCP501DKrishB" userId="S::23bcp501d@pdpu.ac.in::b0c58cbc-3367-4091-a292-b22e4db9aa16" providerId="AD" clId="Web-{96BFB6E1-5F60-7CC4-2F56-09F3E85772D9}" dt="2026-02-04T08:45:01.238" v="1"/>
          <ac:inkMkLst>
            <pc:docMk/>
            <pc:sldMk cId="2693544411" sldId="257"/>
            <ac:inkMk id="5" creationId="{2C9CCD1B-CBEB-0B27-235C-5035EADC52C4}"/>
          </ac:inkMkLst>
        </pc:inkChg>
        <pc:inkChg chg="add">
          <ac:chgData name="23BCP501DKrishB" userId="S::23bcp501d@pdpu.ac.in::b0c58cbc-3367-4091-a292-b22e4db9aa16" providerId="AD" clId="Web-{96BFB6E1-5F60-7CC4-2F56-09F3E85772D9}" dt="2026-02-04T08:45:10.222" v="2"/>
          <ac:inkMkLst>
            <pc:docMk/>
            <pc:sldMk cId="2693544411" sldId="257"/>
            <ac:inkMk id="6" creationId="{A97612AB-696C-604F-2C2C-218426381D17}"/>
          </ac:inkMkLst>
        </pc:inkChg>
        <pc:inkChg chg="add">
          <ac:chgData name="23BCP501DKrishB" userId="S::23bcp501d@pdpu.ac.in::b0c58cbc-3367-4091-a292-b22e4db9aa16" providerId="AD" clId="Web-{96BFB6E1-5F60-7CC4-2F56-09F3E85772D9}" dt="2026-02-04T08:45:21.925" v="3"/>
          <ac:inkMkLst>
            <pc:docMk/>
            <pc:sldMk cId="2693544411" sldId="257"/>
            <ac:inkMk id="7" creationId="{683256D1-ADA8-1DA6-B900-989A77FAA06D}"/>
          </ac:inkMkLst>
        </pc:inkChg>
        <pc:inkChg chg="add">
          <ac:chgData name="23BCP501DKrishB" userId="S::23bcp501d@pdpu.ac.in::b0c58cbc-3367-4091-a292-b22e4db9aa16" providerId="AD" clId="Web-{96BFB6E1-5F60-7CC4-2F56-09F3E85772D9}" dt="2026-02-04T08:45:27.597" v="4"/>
          <ac:inkMkLst>
            <pc:docMk/>
            <pc:sldMk cId="2693544411" sldId="257"/>
            <ac:inkMk id="8" creationId="{057285F5-72D5-3BD6-3963-65CAB191C8BB}"/>
          </ac:inkMkLst>
        </pc:inkChg>
        <pc:inkChg chg="add">
          <ac:chgData name="23BCP501DKrishB" userId="S::23bcp501d@pdpu.ac.in::b0c58cbc-3367-4091-a292-b22e4db9aa16" providerId="AD" clId="Web-{96BFB6E1-5F60-7CC4-2F56-09F3E85772D9}" dt="2026-02-04T08:45:29.363" v="5"/>
          <ac:inkMkLst>
            <pc:docMk/>
            <pc:sldMk cId="2693544411" sldId="257"/>
            <ac:inkMk id="9" creationId="{4B254266-8DF4-E2BE-ED6F-E82EEA51BAE6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8:45:37.0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8599 6429 0 0 0,'5'0'0'0'0,"16"0"0"0"0,9 0 0 0 0,0 10 0 0 0,9 3 0 0 0,3-1 0 0 0,0-2 0 0 0,-4-3 0 0 0,3-2 0 0 0,-2-3 0 0 0,-2 4 0 0 0,-7 5 0 0 0,-5 1 0 0 0,-5-1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8:45:37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16166 16589 0 0 0,'0'0'0'0'0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8:45:37.1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16442 16486 0 0 0,'-5'0'0'0'0,"-25"0"0"0"0,-38 0 0 0 0,-51 0 0 0 0,-38 0 0 0 0,-57-5 0 0 0,-16-2 0 0 0,-2 1 0 0 0,22 1 0 0 0,44 2 0 0 0,44 1 0 0 0,33 0 0 0 0,27 2 0 0 0,15 0 0 0 0,5 0 0 0 0,4 0 0 0 0,5 1 0 0 0,3-1 0 0 0,6 0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8:45:37.1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16801 16431 0 0 0,'0'0'0'0'0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8:45:46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16816 16458 0 0 0,'0'-5'0'0'0,"0"-11"0"0"0,-5-3 0 0 0,-6-3 0 0 0,-12 2 0 0 0,-5-1 0 0 0,0-10 0 0 0,1-6 0 0 0,6-1 0 0 0,5 1 0 0 0,1 7 0 0 0,3-1 0 0 0,4-1 0 0 0,3 6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8:45:46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15875 8625 0 0 0,'0'0'0'0'0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8:47:17.6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9922 6562 0 0 0,'0'0'0'0'0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8:47:17.6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16087 16325 0 0 0,'0'0'0'0'0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403FB-35CC-4616-BD88-9221EB9B4314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CF3D7-DD0F-4E4A-96D8-53C3A6CBA4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6558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403FB-35CC-4616-BD88-9221EB9B4314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CF3D7-DD0F-4E4A-96D8-53C3A6CBA4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6073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403FB-35CC-4616-BD88-9221EB9B4314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CF3D7-DD0F-4E4A-96D8-53C3A6CBA4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809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403FB-35CC-4616-BD88-9221EB9B4314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CF3D7-DD0F-4E4A-96D8-53C3A6CBA4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847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403FB-35CC-4616-BD88-9221EB9B4314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CF3D7-DD0F-4E4A-96D8-53C3A6CBA4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382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403FB-35CC-4616-BD88-9221EB9B4314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CF3D7-DD0F-4E4A-96D8-53C3A6CBA4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7340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403FB-35CC-4616-BD88-9221EB9B4314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CF3D7-DD0F-4E4A-96D8-53C3A6CBA4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817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403FB-35CC-4616-BD88-9221EB9B4314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CF3D7-DD0F-4E4A-96D8-53C3A6CBA4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9607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403FB-35CC-4616-BD88-9221EB9B4314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CF3D7-DD0F-4E4A-96D8-53C3A6CBA4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571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403FB-35CC-4616-BD88-9221EB9B4314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CF3D7-DD0F-4E4A-96D8-53C3A6CBA4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792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403FB-35CC-4616-BD88-9221EB9B4314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CF3D7-DD0F-4E4A-96D8-53C3A6CBA4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9131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9403FB-35CC-4616-BD88-9221EB9B4314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BCF3D7-DD0F-4E4A-96D8-53C3A6CBA4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2019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customXml" Target="../ink/ink8.xm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customXml" Target="../ink/ink7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customXml" Target="../ink/ink6.xml"/><Relationship Id="rId5" Type="http://schemas.openxmlformats.org/officeDocument/2006/relationships/image" Target="../media/image2.png"/><Relationship Id="rId10" Type="http://schemas.openxmlformats.org/officeDocument/2006/relationships/image" Target="../media/image4.png"/><Relationship Id="rId4" Type="http://schemas.openxmlformats.org/officeDocument/2006/relationships/customXml" Target="../ink/ink2.xml"/><Relationship Id="rId9" Type="http://schemas.openxmlformats.org/officeDocument/2006/relationships/customXml" Target="../ink/ink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Lab 1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1174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1114" y="1834333"/>
            <a:ext cx="10515600" cy="4351338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/>
              <a:t>Challenge: "Event Maestro: Handle It All!"</a:t>
            </a:r>
          </a:p>
          <a:p>
            <a:pPr marL="0" indent="0">
              <a:buNone/>
            </a:pPr>
            <a:br>
              <a:rPr lang="en-US"/>
            </a:br>
            <a:r>
              <a:rPr lang="en-US"/>
              <a:t>Objective </a:t>
            </a:r>
            <a:endParaRPr lang="en-US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/>
              <a:t>Create a program using Node.js Event Emitter that:</a:t>
            </a:r>
            <a:endParaRPr lang="en-US">
              <a:ea typeface="Calibri"/>
              <a:cs typeface="Calibri"/>
            </a:endParaRPr>
          </a:p>
          <a:p>
            <a:r>
              <a:rPr lang="en-US"/>
              <a:t>Listens for multiple types of user events (e.g., login, logout, purchase, and profile update).</a:t>
            </a:r>
            <a:endParaRPr lang="en-US">
              <a:ea typeface="Calibri"/>
              <a:cs typeface="Calibri"/>
            </a:endParaRPr>
          </a:p>
          <a:p>
            <a:r>
              <a:rPr lang="en-US"/>
              <a:t>Tracks how amany times each event is emitted.</a:t>
            </a:r>
            <a:endParaRPr lang="en-US">
              <a:ea typeface="Calibri"/>
              <a:cs typeface="Calibri"/>
            </a:endParaRPr>
          </a:p>
          <a:p>
            <a:r>
              <a:rPr lang="en-US"/>
              <a:t>Logs a summary of all event occurrences when a special summary event is triggered.</a:t>
            </a:r>
            <a:endParaRPr lang="en-US">
              <a:ea typeface="Calibri"/>
              <a:cs typeface="Calibri"/>
            </a:endParaRPr>
          </a:p>
          <a:p>
            <a:pPr marL="0" indent="0">
              <a:buNone/>
            </a:pPr>
            <a:br>
              <a:rPr lang="en-US"/>
            </a:br>
            <a:r>
              <a:rPr lang="en-US"/>
              <a:t>Requirements</a:t>
            </a:r>
          </a:p>
          <a:p>
            <a:r>
              <a:rPr lang="en-US"/>
              <a:t>Create at least four custom events (e.g., user-login, user-logout, user-purchase, profile-update).</a:t>
            </a:r>
            <a:endParaRPr lang="en-US">
              <a:ea typeface="Calibri"/>
              <a:cs typeface="Calibri"/>
            </a:endParaRPr>
          </a:p>
          <a:p>
            <a:r>
              <a:rPr lang="en-US"/>
              <a:t>Emit these events mulltiple times with different arguments (e.g., username, item purchased).</a:t>
            </a:r>
            <a:endParaRPr lang="en-US">
              <a:ea typeface="Calibri"/>
              <a:cs typeface="Calibri"/>
            </a:endParaRPr>
          </a:p>
          <a:p>
            <a:r>
              <a:rPr lang="en-US"/>
              <a:t>Track and store the count of each event type.</a:t>
            </a:r>
            <a:endParaRPr lang="en-US">
              <a:ea typeface="Calibri"/>
              <a:cs typeface="Calibri"/>
            </a:endParaRPr>
          </a:p>
          <a:p>
            <a:r>
              <a:rPr lang="en-US"/>
              <a:t>Define a summary event that logs a detailed report of how many times each event was triggered.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/>
              <a:t>const event = require("event")</a:t>
            </a:r>
            <a:endParaRPr lang="en-US">
              <a:ea typeface="Calibri"/>
              <a:cs typeface="Calibri"/>
            </a:endParaRPr>
          </a:p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8FAE125-A6BD-6D4B-137F-7EA6DC7F6100}"/>
                  </a:ext>
                </a:extLst>
              </p14:cNvPr>
              <p14:cNvContentPartPr/>
              <p14:nvPr/>
            </p14:nvContentPartPr>
            <p14:xfrm>
              <a:off x="854675" y="1904999"/>
              <a:ext cx="157926" cy="35535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8FAE125-A6BD-6D4B-137F-7EA6DC7F610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6729" y="1887231"/>
                <a:ext cx="193459" cy="707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C9CCD1B-CBEB-0B27-235C-5035EADC52C4}"/>
                  </a:ext>
                </a:extLst>
              </p14:cNvPr>
              <p14:cNvContentPartPr/>
              <p14:nvPr/>
            </p14:nvContentPartPr>
            <p14:xfrm>
              <a:off x="3799702" y="5859161"/>
              <a:ext cx="10297" cy="10297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C9CCD1B-CBEB-0B27-235C-5035EADC52C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84852" y="5344311"/>
                <a:ext cx="1029700" cy="10297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97612AB-696C-604F-2C2C-218426381D17}"/>
                  </a:ext>
                </a:extLst>
              </p14:cNvPr>
              <p14:cNvContentPartPr/>
              <p14:nvPr/>
            </p14:nvContentPartPr>
            <p14:xfrm>
              <a:off x="3160711" y="5807226"/>
              <a:ext cx="690478" cy="10746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97612AB-696C-604F-2C2C-218426381D1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42720" y="5789894"/>
                <a:ext cx="726099" cy="450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83256D1-ADA8-1DA6-B900-989A77FAA06D}"/>
                  </a:ext>
                </a:extLst>
              </p14:cNvPr>
              <p14:cNvContentPartPr/>
              <p14:nvPr/>
            </p14:nvContentPartPr>
            <p14:xfrm>
              <a:off x="4046837" y="5797378"/>
              <a:ext cx="10297" cy="10297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83256D1-ADA8-1DA6-B900-989A77FAA06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31987" y="5282528"/>
                <a:ext cx="1029700" cy="10297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57285F5-72D5-3BD6-3963-65CAB191C8BB}"/>
                  </a:ext>
                </a:extLst>
              </p14:cNvPr>
              <p14:cNvContentPartPr/>
              <p14:nvPr/>
            </p14:nvContentPartPr>
            <p14:xfrm>
              <a:off x="3975031" y="5665936"/>
              <a:ext cx="71806" cy="131441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57285F5-72D5-3BD6-3963-65CAB191C8B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957079" y="5647980"/>
                <a:ext cx="107350" cy="1669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B254266-8DF4-E2BE-ED6F-E82EEA51BAE6}"/>
                  </a:ext>
                </a:extLst>
              </p14:cNvPr>
              <p14:cNvContentPartPr/>
              <p14:nvPr/>
            </p14:nvContentPartPr>
            <p14:xfrm>
              <a:off x="3686432" y="2759675"/>
              <a:ext cx="10297" cy="10297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B254266-8DF4-E2BE-ED6F-E82EEA51BA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71582" y="2244825"/>
                <a:ext cx="1029700" cy="10297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5234ACB-382D-4FD7-2A31-074C16B3010C}"/>
                  </a:ext>
                </a:extLst>
              </p14:cNvPr>
              <p14:cNvContentPartPr/>
              <p14:nvPr/>
            </p14:nvContentPartPr>
            <p14:xfrm>
              <a:off x="1369540" y="1956486"/>
              <a:ext cx="10297" cy="10297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5234ACB-382D-4FD7-2A31-074C16B3010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4690" y="1441636"/>
                <a:ext cx="1029700" cy="10297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FD82102-C532-B8EE-876D-580231544720}"/>
                  </a:ext>
                </a:extLst>
              </p14:cNvPr>
              <p14:cNvContentPartPr/>
              <p14:nvPr/>
            </p14:nvContentPartPr>
            <p14:xfrm>
              <a:off x="3768810" y="5756188"/>
              <a:ext cx="10297" cy="10297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FD82102-C532-B8EE-876D-58023154472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53960" y="5241338"/>
                <a:ext cx="1029700" cy="10297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93544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4652D626EF27418F127E2176372956" ma:contentTypeVersion="3" ma:contentTypeDescription="Create a new document." ma:contentTypeScope="" ma:versionID="2b064473f3a39c4b1b822d1e15fbbbd4">
  <xsd:schema xmlns:xsd="http://www.w3.org/2001/XMLSchema" xmlns:xs="http://www.w3.org/2001/XMLSchema" xmlns:p="http://schemas.microsoft.com/office/2006/metadata/properties" xmlns:ns2="68ba0970-912c-4fb2-a53c-0caaa438d5d3" targetNamespace="http://schemas.microsoft.com/office/2006/metadata/properties" ma:root="true" ma:fieldsID="1256c34503236dbd4c9b83a8c4e87288" ns2:_="">
    <xsd:import namespace="68ba0970-912c-4fb2-a53c-0caaa438d5d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ba0970-912c-4fb2-a53c-0caaa438d5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7CE4DF6-83C4-4C21-BECA-16FA4D0D5CA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28B9562-8754-43C3-8830-FC8AC6F67138}">
  <ds:schemaRefs>
    <ds:schemaRef ds:uri="68ba0970-912c-4fb2-a53c-0caaa438d5d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B0B105C-3C24-47C7-9BAD-4F865BFEB843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Lab 1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revision>1</cp:revision>
  <dcterms:created xsi:type="dcterms:W3CDTF">2026-01-21T03:55:14Z</dcterms:created>
  <dcterms:modified xsi:type="dcterms:W3CDTF">2026-02-04T08:47:17Z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0x010100954652D626EF27418F127E2176372956</vt:lpwstr>
  </property>
</Properties>
</file>